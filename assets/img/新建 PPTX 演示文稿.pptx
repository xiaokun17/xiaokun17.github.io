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365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2026/10/15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080D71-1B4A-0E8C-44A7-AE66EAC14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769" y="0"/>
            <a:ext cx="9146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6756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钟子航</dc:creator>
  <cp:lastModifiedBy>子航 钟</cp:lastModifiedBy>
  <cp:revision>5</cp:revision>
  <dcterms:created xsi:type="dcterms:W3CDTF">2023-08-09T12:44:00Z</dcterms:created>
  <dcterms:modified xsi:type="dcterms:W3CDTF">2026-10-15T05:37:46Z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